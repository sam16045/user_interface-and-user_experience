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Amatic SC"/>
      <p:regular r:id="rId9"/>
      <p:bold r:id="rId10"/>
    </p:embeddedFont>
    <p:embeddedFont>
      <p:font typeface="Source Code Pro"/>
      <p:regular r:id="rId11"/>
      <p:bold r:id="rId12"/>
      <p:italic r:id="rId13"/>
      <p:boldItalic r:id="rId14"/>
    </p:embeddedFont>
    <p:embeddedFont>
      <p:font typeface="Google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591269-0147-4091-A94A-0F45D00ACCC6}">
  <a:tblStyle styleId="{FE591269-0147-4091-A94A-0F45D00ACCC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CodePro-regular.fntdata"/><Relationship Id="rId10" Type="http://schemas.openxmlformats.org/officeDocument/2006/relationships/font" Target="fonts/AmaticSC-bold.fntdata"/><Relationship Id="rId13" Type="http://schemas.openxmlformats.org/officeDocument/2006/relationships/font" Target="fonts/SourceCodePro-italic.fntdata"/><Relationship Id="rId12" Type="http://schemas.openxmlformats.org/officeDocument/2006/relationships/font" Target="fonts/SourceCode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AmaticSC-regular.fntdata"/><Relationship Id="rId15" Type="http://schemas.openxmlformats.org/officeDocument/2006/relationships/font" Target="fonts/GoogleSans-regular.fntdata"/><Relationship Id="rId14" Type="http://schemas.openxmlformats.org/officeDocument/2006/relationships/font" Target="fonts/SourceCodePro-boldItalic.fntdata"/><Relationship Id="rId17" Type="http://schemas.openxmlformats.org/officeDocument/2006/relationships/font" Target="fonts/GoogleSans-italic.fntdata"/><Relationship Id="rId16" Type="http://schemas.openxmlformats.org/officeDocument/2006/relationships/font" Target="fonts/Google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Google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Rahul Sharma</a:t>
            </a:r>
            <a:endParaRPr b="1" i="0" sz="1800" u="none" cap="none" strike="noStrike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450" y="3614500"/>
            <a:ext cx="32052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35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27</a:t>
            </a:r>
            <a:endParaRPr b="1" i="0" sz="135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35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MBA in Marketing</a:t>
            </a:r>
            <a:endParaRPr b="1" i="0" sz="135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35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Bengaluru, India</a:t>
            </a:r>
            <a:endParaRPr b="1" i="0" sz="135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35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Single, lives with a roommate</a:t>
            </a:r>
            <a:endParaRPr b="1" i="0" sz="135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35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 Digital Marketing Executive</a:t>
            </a:r>
            <a:endParaRPr b="1" i="0" sz="135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-94100" y="3740650"/>
            <a:ext cx="3402300" cy="12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651375" y="319850"/>
            <a:ext cx="53832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“If it fits in my commute, I'll listen to it — I just wish it was easier to pick up right where I left off.” </a:t>
            </a:r>
            <a:endParaRPr b="0" i="1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308200" y="1285725"/>
            <a:ext cx="28659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b="0" i="0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Finish an audiobook every two weeks despite a packed schedule, discover genres beyond the bestseller list, and listen hands-free during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his</a:t>
            </a:r>
            <a:r>
              <a:rPr b="0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commute, workouts, and chores  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326475" y="1285725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b="1" i="0" lang="en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Google Sans"/>
              <a:buChar char="●"/>
            </a:pPr>
            <a:r>
              <a:rPr b="0" i="0" lang="en" sz="14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The monthly credit system feels confusing, progress doesn't always sync across h</a:t>
            </a:r>
            <a:r>
              <a:rPr lang="en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is</a:t>
            </a:r>
            <a:r>
              <a:rPr b="0" i="0" lang="en" sz="14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 phone and laptop, and recommendations start to feel repetitive  </a:t>
            </a:r>
            <a:endParaRPr b="0" i="0" sz="14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360650" y="3589300"/>
            <a:ext cx="5783400" cy="15543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ahul</a:t>
            </a:r>
            <a:r>
              <a:rPr b="0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has a 45-minute train commute each way and a standing gym slot three evenings a week.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H</a:t>
            </a:r>
            <a:r>
              <a:rPr b="0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 started using audiobooks to make that dead time feel productive, and now treats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his</a:t>
            </a:r>
            <a:r>
              <a:rPr b="0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"credits" like a monthly budget he has to plan carefully.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H</a:t>
            </a:r>
            <a:r>
              <a:rPr b="0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 loves getting swept up in a story again, but juggling a hold-based library app, a podcast app, and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his</a:t>
            </a:r>
            <a:r>
              <a:rPr b="0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audiobook app means he often loses track of where he left off. 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" sz="15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Photo of a young professional wearing earbuds during her commute</a:t>
            </a:r>
            <a:endParaRPr b="0" i="0" sz="11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65" name="Google Shape;65;p13" title="Screenshot 2026-07-27 at 15.19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50" y="461325"/>
            <a:ext cx="2758200" cy="27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171175" y="119650"/>
            <a:ext cx="27471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Persona: R</a:t>
            </a: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ahul Sharma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Find, purchase, and finish an audiobook that fits h</a:t>
            </a:r>
            <a:r>
              <a:rPr lang="en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is</a:t>
            </a:r>
            <a:r>
              <a:rPr b="0" i="0" lang="en" sz="11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commute and workout schedule without losing </a:t>
            </a:r>
            <a:r>
              <a:rPr lang="en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his</a:t>
            </a:r>
            <a:r>
              <a:rPr b="0" i="0" lang="en" sz="11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place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72" name="Google Shape;72;p14"/>
          <p:cNvGraphicFramePr/>
          <p:nvPr/>
        </p:nvGraphicFramePr>
        <p:xfrm>
          <a:off x="226350" y="84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{FE591269-0147-4091-A94A-0F45D00ACCC6}</a:tableStyleId>
              </a:tblPr>
              <a:tblGrid>
                <a:gridCol w="1430350"/>
                <a:gridCol w="1430350"/>
                <a:gridCol w="1430350"/>
                <a:gridCol w="1410775"/>
                <a:gridCol w="1449925"/>
                <a:gridCol w="1430350"/>
              </a:tblGrid>
              <a:tr h="71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Discover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Evaluate &amp; Select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Redeem or Purchase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Listen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Finish &amp; Review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</a:tr>
              <a:tr h="1463050">
                <a:tc>
                  <a:txBody>
                    <a:bodyPr/>
                    <a:lstStyle/>
                    <a:p>
                      <a:pPr indent="-114300" lvl="0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Sees a friend's tip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Browses new titles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Filters by genre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Reads reviews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Plays a sample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Adds to wishlist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Checks credits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Redeems or buys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Downloads book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Listens on train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Switches devices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Sets sleep timer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Finishes chapter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Rates the book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Picks next listen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Curious and hopeful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Cautious, a little overwhelmed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Calculating, mildly frustrated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Immersed, occasionally annoyed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Satisfied, ready for more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11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Personalize picks by listening mood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Let h</a:t>
                      </a: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</a:t>
                      </a: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compare narrator samples side by side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Clarify credits, rollovers, and pricing upfront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Sync progress instantly across devices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Suggest h</a:t>
                      </a: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</a:t>
                      </a: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next listen right after finishing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